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365760"/>
            <a:ext cx="54864" cy="6126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54864" cy="6126480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365760"/>
            <a:ext cx="54864" cy="6126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28600"/>
            <a:ext cx="1234440" cy="43891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8600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C8FF"/>
                </a:solidFill>
                <a:latin typeface="Calibri"/>
              </a:rPr>
              <a:t>Accounting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0312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3473"/>
                </a:solidFill>
                <a:latin typeface="Calibri"/>
              </a:rP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133087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AAA"/>
                </a:solidFill>
                <a:latin typeface="Calibri"/>
              </a:rPr>
              <a:t>AgentX Platform  |  Anthropic Claude 4.5 Haiku  | 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36592"/>
            <a:ext cx="5486400" cy="658368"/>
          </a:xfrm>
          <a:prstGeom prst="rect">
            <a:avLst/>
          </a:prstGeom>
          <a:solidFill>
            <a:srgbClr val="11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7316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Presented by   Sylvester Ang Soon Rong   |   Cohort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5595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AAA"/>
                </a:solidFill>
                <a:latin typeface="Calibri"/>
              </a:rPr>
              <a:t>SCTP Agentic AI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816559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12848"/>
            <a:ext cx="3657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AAA"/>
                </a:solidFill>
                <a:latin typeface="Calibri"/>
              </a:rPr>
              <a:t>An AI-powered Accounting Assistant Agent built on AgentX, automating financial document analysis and assisting users with accounting tasks using uploaded knowledge documents.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3611880"/>
            <a:ext cx="3703320" cy="2788920"/>
          </a:xfrm>
          <a:prstGeom prst="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6758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473"/>
                </a:solidFill>
                <a:latin typeface="Calibri"/>
              </a:rPr>
              <a:t>The Agent will be able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096512"/>
            <a:ext cx="34930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Extract financial info from uploaded files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Retrieve accounting knowledge using RAG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Generate structured financial outputs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Assist users via live AI chat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Improve accounting workflow efficiency</a:t>
            </a:r>
          </a:p>
        </p:txBody>
      </p:sp>
      <p:pic>
        <p:nvPicPr>
          <p:cNvPr id="11" name="Picture 10" descr="slide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77724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Anthropic Claude 4.5 Haiku LLM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Web Tool + Extract Text enabled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Creativity level: Precise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AI-powered accounting workflow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Deployed on AgentX platform</a:t>
            </a:r>
          </a:p>
        </p:txBody>
      </p:sp>
      <p:pic>
        <p:nvPicPr>
          <p:cNvPr id="7" name="Picture 6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Strict JSON output format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Financial data extraction rules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No markdown, no explanation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Response validation constraints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Structured system instructions</a:t>
            </a:r>
          </a:p>
        </p:txBody>
      </p:sp>
      <p:pic>
        <p:nvPicPr>
          <p:cNvPr id="8" name="Picture 7" descr="slide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Bank_Statement_Template.xlsx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pl_template.xlsx uploaded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RAG retrieves relevant context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Reduces hallucination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Improves response accuracy</a:t>
            </a:r>
          </a:p>
        </p:txBody>
      </p:sp>
      <p:pic>
        <p:nvPicPr>
          <p:cNvPr id="8" name="Picture 7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Live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User submits accounting query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AI Thought process shown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Queries knowledge base (RAG)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Context-aware response generated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Powered by Claude 4.5 Haiku</a:t>
            </a:r>
          </a:p>
        </p:txBody>
      </p:sp>
      <p:pic>
        <p:nvPicPr>
          <p:cNvPr id="8" name="Picture 7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AI retrieves knowledge references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Structured contextual response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References uploaded templates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Honest when outside scope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Recommends next steps clearly</a:t>
            </a:r>
          </a:p>
        </p:txBody>
      </p:sp>
      <p:pic>
        <p:nvPicPr>
          <p:cNvPr id="7" name="Picture 6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8FF"/>
                </a:solidFill>
                <a:latin typeface="Calibri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9264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3473"/>
                </a:solidFill>
                <a:latin typeface="Calibri"/>
              </a:rPr>
              <a:t>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901952"/>
            <a:ext cx="3657600" cy="21214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AgentX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Cloud-based AI agent builder for rapid no-code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1901952"/>
            <a:ext cx="3657600" cy="2121408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Claude 4.5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Anthropic LLM — precise, cost-efficient AI responses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901952"/>
            <a:ext cx="3657600" cy="2121408"/>
          </a:xfrm>
          <a:prstGeom prst="rect">
            <a:avLst/>
          </a:prstGeom>
          <a:solidFill>
            <a:srgbClr val="007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RAG Knowledge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Document-grounded answers from uploaded financial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206240"/>
            <a:ext cx="3657600" cy="21214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Strict JSON output enforced via system instructions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4206240"/>
            <a:ext cx="3657600" cy="2121408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Financial Doc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Bank statements &amp; P&amp;L templates as the knowledge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4206240"/>
            <a:ext cx="3657600" cy="2121408"/>
          </a:xfrm>
          <a:prstGeom prst="rect">
            <a:avLst/>
          </a:prstGeom>
          <a:solidFill>
            <a:srgbClr val="007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Chat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Live chat for real-time user interaction and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0760" y="274320"/>
            <a:ext cx="54864" cy="6309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3473"/>
                </a:solidFill>
                <a:latin typeface="Calibri"/>
              </a:rPr>
              <a:t>Thank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8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C8FF"/>
                </a:solidFill>
                <a:latin typeface="Calibri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1272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473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639312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Successfully built Accounting Assistant Agent on AgentX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RAG-based knowledge retrieval from financial documents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Live AI financial assistance using Claude 4.5 Haiku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Enhanced accounting workflow automation and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CC"/>
                </a:solidFill>
                <a:latin typeface="Calibri"/>
              </a:rPr>
              <a:t>Sylvester Ang Soon Rong   ·   Cohort 1   ·   SCTP Agentic AI 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