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365760"/>
            <a:ext cx="54864" cy="6126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54864" cy="6126480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365760"/>
            <a:ext cx="54864" cy="6126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28600"/>
            <a:ext cx="1234440" cy="43891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8600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C8FF"/>
                </a:solidFill>
                <a:latin typeface="Calibri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3473"/>
                </a:solidFill>
                <a:latin typeface="Calibri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346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136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AAA"/>
                </a:solidFill>
                <a:latin typeface="Calibri"/>
              </a:rPr>
              <a:t>AgentX Platform  |  Anthropic Claude 4.5 Haiku  | 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572000"/>
            <a:ext cx="5486400" cy="658368"/>
          </a:xfrm>
          <a:prstGeom prst="rect">
            <a:avLst/>
          </a:prstGeom>
          <a:solidFill>
            <a:srgbClr val="11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0857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Presented by   Sylvester Ang Soon Rong   |   Cohort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3949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AAA"/>
                </a:solidFill>
                <a:latin typeface="Calibri"/>
              </a:rPr>
              <a:t>SCTP Agentic AI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816559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67712"/>
            <a:ext cx="36576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AAA"/>
                </a:solidFill>
                <a:latin typeface="Calibri"/>
              </a:rPr>
              <a:t>An AI-powered Customer Support Agent built on AgentX that assists customers by retrieving information from uploaded FAQ knowledge documents and providing contextual support responses.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3639312"/>
            <a:ext cx="3749039" cy="2788920"/>
          </a:xfrm>
          <a:prstGeom prst="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473"/>
                </a:solidFill>
                <a:latin typeface="Calibri"/>
              </a:rPr>
              <a:t>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114800"/>
            <a:ext cx="34930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AI-powered customer support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Retrieval-Augmented Generation (RAG)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FAQ knowledge retrieval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Live conversational assistance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Context-aware responses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006AAA"/>
                </a:solidFill>
                <a:latin typeface="Calibri"/>
              </a:rPr>
              <a:t>•  Reduced hallucination via knowledge grounding</a:t>
            </a:r>
          </a:p>
        </p:txBody>
      </p:sp>
      <p:pic>
        <p:nvPicPr>
          <p:cNvPr id="11" name="Picture 10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7863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Anthropic Claude 4.5 Haiku LLM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Creativity level: Precise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Web Tool + Extract Text enabled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Auto Reply Hints configured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AI-powered support workflow</a:t>
            </a:r>
          </a:p>
        </p:txBody>
      </p:sp>
      <p:pic>
        <p:nvPicPr>
          <p:cNvPr id="7" name="Picture 6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Use FAQ knowledge to answer directly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Avoid unnecessary follow-up questions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Provide concise, helpful responses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Only ask follow-up if info is missing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Be concise and helpful</a:t>
            </a:r>
          </a:p>
        </p:txBody>
      </p:sp>
      <p:pic>
        <p:nvPicPr>
          <p:cNvPr id="8" name="Picture 7" descr="slide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FAQ document uploaded as knowledge source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Frequently asked questions configured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RAG retrieves relevant info per query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Reduces hallucination significantly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Improves response accuracy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Contextual customer support enabled</a:t>
            </a:r>
          </a:p>
        </p:txBody>
      </p:sp>
      <p:pic>
        <p:nvPicPr>
          <p:cNvPr id="8" name="Picture 7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Live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User asks: 'Can I cancel my order?'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Agent Thought process shown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Queries FAQ knowledge base (RAG)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Instant answer: within 24 hours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Powered by Claude 4.5 Haiku</a:t>
            </a:r>
          </a:p>
        </p:txBody>
      </p:sp>
      <p:pic>
        <p:nvPicPr>
          <p:cNvPr id="8" name="Picture 7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AI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AI retrieves FAQ knowledge reference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Cites source: customer_support_faq.txt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Accurate cancellation policy answer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References displayed transparently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RAG-based contextual reasoning</a:t>
            </a:r>
          </a:p>
        </p:txBody>
      </p:sp>
      <p:pic>
        <p:nvPicPr>
          <p:cNvPr id="7" name="Picture 6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C8FF"/>
                </a:solidFill>
                <a:latin typeface="Calibri"/>
              </a:rPr>
              <a:t>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Conversational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0934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3473"/>
                </a:solidFill>
                <a:latin typeface="Calibri"/>
              </a:rPr>
              <a:t>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Maintains full conversational context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Handles follow-up interactions naturally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Human-like customer engagement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Responds warmly to casual messages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006AAA"/>
                </a:solidFill>
                <a:latin typeface="Calibri"/>
              </a:rPr>
              <a:t>•  Continuous AI-assisted support flow</a:t>
            </a:r>
          </a:p>
        </p:txBody>
      </p:sp>
      <p:pic>
        <p:nvPicPr>
          <p:cNvPr id="8" name="Picture 7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880"/>
            <a:ext cx="809244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8FF"/>
                </a:solidFill>
                <a:latin typeface="Calibri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9264"/>
            <a:ext cx="6400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3473"/>
                </a:solidFill>
                <a:latin typeface="Calibri"/>
              </a:rPr>
              <a:t>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901952"/>
            <a:ext cx="3657600" cy="21214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AgentX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Cloud-based AI agent builder — no-code rapid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1901952"/>
            <a:ext cx="3657600" cy="2121408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Claude 4.5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Anthropic LLM — precise, fast, cost-efficient responses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901952"/>
            <a:ext cx="3657600" cy="2121408"/>
          </a:xfrm>
          <a:prstGeom prst="rect">
            <a:avLst/>
          </a:prstGeom>
          <a:solidFill>
            <a:srgbClr val="007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029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RAG Knowledge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496312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FAQ-grounded answers — retrieves relevant info per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206240"/>
            <a:ext cx="3657600" cy="212140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Concise instructions: use FAQ, avoid unnecessary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4206240"/>
            <a:ext cx="3657600" cy="2121408"/>
          </a:xfrm>
          <a:prstGeom prst="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FAQ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Customer support FAQs uploaded as the knowledge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4206240"/>
            <a:ext cx="3657600" cy="2121408"/>
          </a:xfrm>
          <a:prstGeom prst="rect">
            <a:avLst/>
          </a:prstGeom>
          <a:solidFill>
            <a:srgbClr val="007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33425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Conversational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800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F"/>
                </a:solidFill>
                <a:latin typeface="Calibri"/>
              </a:rPr>
              <a:t>Live chat for real-time contextual customer assistance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0760" y="274320"/>
            <a:ext cx="54864" cy="6309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3473"/>
                </a:solidFill>
                <a:latin typeface="Calibri"/>
              </a:rPr>
              <a:t>Thank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64208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C8FF"/>
                </a:solidFill>
                <a:latin typeface="Calibri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1272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473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639312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Successfully developed AI-powered Customer Support Agent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Implemented RAG-based FAQ retrieval on AgentX platform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Demonstrated contextual, knowledge-grounded AI responses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Maintained multi-turn conversational continuity naturally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006AAA"/>
                </a:solidFill>
                <a:latin typeface="Calibri"/>
              </a:rPr>
              <a:t>•  Improved customer assistance efficiency and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CC"/>
                </a:solidFill>
                <a:latin typeface="Calibri"/>
              </a:rPr>
              <a:t>Sylvester Ang Soon Rong   ·   Cohort 1   ·   SCTP Agentic AI 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